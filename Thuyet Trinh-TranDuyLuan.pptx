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53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  <p:sldId id="278" r:id="rId25"/>
    <p:sldId id="281" r:id="rId26"/>
    <p:sldId id="282" r:id="rId27"/>
    <p:sldId id="279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0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893" y="1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46B29-59BD-49E0-9782-23E5033958A7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28E5D-87B3-437E-B85E-17361A53C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28E5D-87B3-437E-B85E-17361A53C15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586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0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37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06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1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86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30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68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74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2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58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0826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66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1307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561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64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8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148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  <p:sldLayoutId id="2147483965" r:id="rId12"/>
    <p:sldLayoutId id="2147483966" r:id="rId13"/>
    <p:sldLayoutId id="2147483967" r:id="rId14"/>
    <p:sldLayoutId id="2147483968" r:id="rId15"/>
    <p:sldLayoutId id="214748396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 PHỎNG CÂY NHỊ PHÂN TÌM KIẾM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D9E2D3-F9C8-4A49-8CA8-6141C29CBF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9560" y="1933604"/>
            <a:ext cx="78486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Trường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Đại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học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Vinh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Khoa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Kỹ Thuật và Công Nghệ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Đề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tài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phỏng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nhị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kiếm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Sinh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viên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Trần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Duy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Luận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Lớp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DA23TTC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MSSV: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110123130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Giảng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viên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hướng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dẫn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Lê Minh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5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LÝ DO CHỌN ĐỀ TÀI</a:t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7EDA97-BE8D-4B39-BD51-425BCB94AD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79567"/>
            <a:ext cx="82296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nhị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kiếm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trúc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trọng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CNTT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ứng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rộng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rãi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kiếm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quản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Giúp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viên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rõ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thuật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qua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phỏng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trực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5436"/>
            <a:ext cx="781812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Ý NGHĨA ĐỀ TÀI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1A8F182-348D-41B2-BEE4-DD70453CED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41498"/>
            <a:ext cx="659892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Gắn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thuyết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hành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Nâng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cao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thuật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toán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Rèn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luyện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kỹ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năng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lập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MỤC TIÊU NGHIÊN CỨU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661879-39F7-4C49-B490-0E86D3C226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9568" y="1493709"/>
            <a:ext cx="850104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rõ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trúc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nguyên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Cài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đặt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thao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Xây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chương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phỏng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trực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PHẠM VI NGHIÊN CỨU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497907-B5E0-425B-B44E-6206E500DD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0520" y="1591484"/>
            <a:ext cx="740664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dạng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nguyên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tối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nhánh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xét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cây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trường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Windows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vi-V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PHÁP THỰC HIỆN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E975F4-84BF-4B91-A613-2023AECC1C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9560" y="1428380"/>
            <a:ext cx="6781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Nghiên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cứu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tài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thuyết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tích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thuật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toán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Lập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kiểm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thử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KHÁI NIỆM CÂY NHỊ PHÂN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79FD3B-E866-40C5-BD2F-545740FBBA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2880" y="1495320"/>
            <a:ext cx="793358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trúc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dạng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cấp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Mỗi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tối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Bao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gồm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gốc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lá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CÂY NHỊ PHÂN TÌM KIẾM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593209-0070-495D-A1A9-3A61FC80A4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08691"/>
            <a:ext cx="687324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nhị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thứ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bên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trái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&lt;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gốc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bên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phải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&gt;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gốc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 CHẤT 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8544F2-DB19-46AD-A72F-EC4BC1CF1D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08691"/>
            <a:ext cx="585346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trùng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nhau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Thứ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đảm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kiếm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quả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 DỤNG </a:t>
            </a:r>
            <a:r>
              <a:rPr lang="vi-V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Cây Nhị Phân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B199CF-C1AE-4270-B8B0-5CCC3E79E2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17638"/>
            <a:ext cx="599234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kiếm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nhanh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Quản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sách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sở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điều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hành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NGÔN NGỮ LẬP TRÌNH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FCAA47-AB6C-47B3-AE08-8C73313B51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08691"/>
            <a:ext cx="6477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Ngôn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ngữ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Quản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bộ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nhớ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trỏ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năng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cao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CỤ &amp; MÔI TRƯỜNG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C07711C-460E-4A95-B00E-88014397BB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17638"/>
            <a:ext cx="633984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Windows 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Dev-C++ / Visual Studio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điều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Windows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 TRÚC NODE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28398"/>
            <a:ext cx="6347714" cy="3880773"/>
          </a:xfrm>
        </p:spPr>
        <p:txBody>
          <a:bodyPr/>
          <a:lstStyle/>
          <a:p>
            <a:r>
              <a:rPr lang="vi-VN" sz="3200" dirty="0"/>
              <a:t>Mỗi node gồm: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3200" dirty="0"/>
              <a:t>Giá trị (key)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3200" dirty="0"/>
              <a:t>Số lượng node con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3200" dirty="0"/>
              <a:t>Mảng con trỏ children[2]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HÀM TẠO NODE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A483C2-3804-4AAD-83F7-324BAE650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599" y="1371922"/>
            <a:ext cx="575840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bộ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nhớ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động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Gán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ban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đầu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Khởi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trỏ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 TOÁN THÊM NODE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EC6411-CAB0-4546-9DFD-9EF9E7094F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08691"/>
            <a:ext cx="766267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Nếu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rỗng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gốc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Nếu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chưa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đủ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→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thêm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trực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tiếp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Nếu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đủ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chèn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vào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nhánh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ít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hơn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 TOÁN TÌM KIẾM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BDD5B7-439B-4029-BA00-2625F7B3C2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51847"/>
            <a:ext cx="684007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sánh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Duyệt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đệ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nhánh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Trả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về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quả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thấy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hoặc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 TOÁN XÓA NODE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7DF193-D9FA-4AA2-9CFA-CAA98673CC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74997"/>
            <a:ext cx="497443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xóa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phóng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bộ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nhớ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Sắp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xếp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lại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mảng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trỏ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 PHỎNG ĐỒ HỌA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3C220B-4AC3-41AA-94DE-5AA0FE3D16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07424"/>
            <a:ext cx="569899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Vẽ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tròn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Vẽ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nhánh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đường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thẳng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Vẽ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đệ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gốc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MÀU SẮC HIỂN THỊ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AA8AC9-077E-49FC-BBE4-4EB04002A7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84276"/>
            <a:ext cx="333456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màu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xanh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Nhánh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màu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đỏ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Nền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màu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trắng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 DIỆN CHƯƠNG TRÌNH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14C321-EA88-4D47-B91D-3FB2A20AF1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17638"/>
            <a:ext cx="457163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Ô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nhập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Thêm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Xóa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Tìm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vực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thị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cây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 LÝ SỰ KIỆN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17D94E-B515-4907-AED2-6547246F6F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17638"/>
            <a:ext cx="560762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WM_CREATE: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giao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diện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WM_COMMAND: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xử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WM_PAINT: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vẽ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lại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cây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QUẢ ĐẠT ĐƯỢC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D3F403-F857-4842-A071-F65985411B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17638"/>
            <a:ext cx="533511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Chương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chạy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ổn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định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Chức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năng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đầy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đủ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phỏng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trực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B8C79-71A4-4D56-83F4-D1F907B0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ƯU ĐIỂM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55ADD7-C7DB-433B-8726-EF013DFA43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28698"/>
            <a:ext cx="417774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Trực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dễ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hiểu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Phù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viên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tốt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thuyết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337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B9B527-1B1C-453E-BFF6-3CE509A76E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07425"/>
            <a:ext cx="465864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Chưa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cây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Chưa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lưu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Giao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diện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còn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2A33F-F023-41FE-A95F-3E4E3C11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HƯỚNG PHÁT TRIỂN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4F3660-9C12-4BD5-BC8F-4FA1E0A0D1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6177" y="1417638"/>
            <a:ext cx="593335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Bổ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sung AVL / Red-Black Tree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Lưu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tiến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giao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diện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06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E15E-088C-4C67-8311-15BF91BA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5D539-3135-4CFD-B055-00F8DDCAC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418910"/>
            <a:ext cx="6347714" cy="4910770"/>
          </a:xfrm>
        </p:spPr>
        <p:txBody>
          <a:bodyPr>
            <a:normAutofit lnSpcReduction="10000"/>
          </a:bodyPr>
          <a:lstStyle/>
          <a:p>
            <a:r>
              <a:rPr lang="vi-VN" sz="3500" dirty="0"/>
              <a:t>Chương trình mô phỏng được xây dựng có khả năng: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3500" dirty="0"/>
              <a:t>Hiển thị trực quan cấu trúc cây nhị phân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3500" dirty="0"/>
              <a:t>Cập nhật cây theo từng thao tác của người dùng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3500" dirty="0"/>
              <a:t>Giúp người học dễ dàng quan sát sự thay đổi của cây sau mỗi lần xử lý</a:t>
            </a:r>
          </a:p>
          <a:p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670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501C79-D82D-4F78-8944-743E31702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520" y="2148840"/>
            <a:ext cx="6348413" cy="1320800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XIN CÁM </a:t>
            </a:r>
            <a:r>
              <a:rPr lang="vi-VN" sz="3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QUÝ THẦY CÔ ĐÃ LẮNG NGHE !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1000</TotalTime>
  <Words>707</Words>
  <Application>Microsoft Office PowerPoint</Application>
  <PresentationFormat>On-screen Show (4:3)</PresentationFormat>
  <Paragraphs>113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Tahoma</vt:lpstr>
      <vt:lpstr>Times New Roman</vt:lpstr>
      <vt:lpstr>Trebuchet MS</vt:lpstr>
      <vt:lpstr>Wingdings 3</vt:lpstr>
      <vt:lpstr>Facet</vt:lpstr>
      <vt:lpstr>MÔ PHỎNG CÂY NHỊ PHÂN TÌM KIẾM</vt:lpstr>
      <vt:lpstr>LÝ DO CHỌN ĐỀ TÀI </vt:lpstr>
      <vt:lpstr>Ý NGHĨA ĐỀ TÀI</vt:lpstr>
      <vt:lpstr>MỤC TIÊU NGHIÊN CỨU</vt:lpstr>
      <vt:lpstr>PHẠM VI NGHIÊN CỨU</vt:lpstr>
      <vt:lpstr>PHƯƠNG PHÁP THỰC HIỆN</vt:lpstr>
      <vt:lpstr>KHÁI NIỆM CÂY NHỊ PHÂN</vt:lpstr>
      <vt:lpstr>CÂY NHỊ PHÂN TÌM KIẾM</vt:lpstr>
      <vt:lpstr>TÍNH CHẤT </vt:lpstr>
      <vt:lpstr>ỨNG DỤNG Cây Nhị Phân</vt:lpstr>
      <vt:lpstr>NGÔN NGỮ LẬP TRÌNH</vt:lpstr>
      <vt:lpstr>CÔNG CỤ &amp; MÔI TRƯỜNG</vt:lpstr>
      <vt:lpstr>    CẤU TRÚC NODE </vt:lpstr>
      <vt:lpstr>HÀM TẠO NODE</vt:lpstr>
      <vt:lpstr>THUẬT TOÁN THÊM NODE</vt:lpstr>
      <vt:lpstr>THUẬT TOÁN TÌM KIẾM</vt:lpstr>
      <vt:lpstr>THUẬT TOÁN XÓA NODE</vt:lpstr>
      <vt:lpstr>MÔ PHỎNG ĐỒ HỌA</vt:lpstr>
      <vt:lpstr>MÀU SẮC HIỂN THỊ</vt:lpstr>
      <vt:lpstr>GIAO DIỆN CHƯƠNG TRÌNH</vt:lpstr>
      <vt:lpstr>XỬ LÝ SỰ KIỆN</vt:lpstr>
      <vt:lpstr>KẾT QUẢ ĐẠT ĐƯỢC</vt:lpstr>
      <vt:lpstr>ƯU ĐIỂM</vt:lpstr>
      <vt:lpstr>Hạn chế</vt:lpstr>
      <vt:lpstr>HƯỚNG PHÁT TRIỂN</vt:lpstr>
      <vt:lpstr>Kết luận</vt:lpstr>
      <vt:lpstr>EM XIN CÁM ƠN QUÝ THẦY CÔ ĐÃ LẮNG NGHE 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MÔ PHỎNG CÂY NHỊ PHÂN TÌM KIẾM</dc:title>
  <dc:subject/>
  <dc:creator>Tran Duy Luan</dc:creator>
  <cp:keywords/>
  <dc:description>generated using python-pptx</dc:description>
  <cp:lastModifiedBy>Tran Duy Luan</cp:lastModifiedBy>
  <cp:revision>5</cp:revision>
  <dcterms:created xsi:type="dcterms:W3CDTF">2013-01-27T09:14:16Z</dcterms:created>
  <dcterms:modified xsi:type="dcterms:W3CDTF">2026-01-05T10:29:52Z</dcterms:modified>
  <cp:category/>
</cp:coreProperties>
</file>